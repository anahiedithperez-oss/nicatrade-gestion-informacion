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N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2" autoAdjust="0"/>
    <p:restoredTop sz="94660"/>
  </p:normalViewPr>
  <p:slideViewPr>
    <p:cSldViewPr snapToGrid="0">
      <p:cViewPr varScale="1">
        <p:scale>
          <a:sx n="59" d="100"/>
          <a:sy n="59" d="100"/>
        </p:scale>
        <p:origin x="48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2C781E-2C59-4DD3-8D0C-5EF7C38333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7D0B813-7409-4BBA-8634-3B151C8777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35F4A14-2997-4BC4-8BE2-7076F14E5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A8981-8619-4D2C-B2D1-98860AE31FF0}" type="datetimeFigureOut">
              <a:rPr lang="es-NI" smtClean="0"/>
              <a:t>17/9/2026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562CAE5-6A99-41AE-A68F-6310C8B9B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1067D4-08DE-4904-9BBF-7861713FC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28785-6BEF-4C69-B702-5F3CA4665C26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02261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100503-30D4-45E4-BB32-6FD87456C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FF0A3A4-0EEC-481E-9958-3FC5A2A25A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7BE06F4-7E47-43D7-B791-696E525ED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A8981-8619-4D2C-B2D1-98860AE31FF0}" type="datetimeFigureOut">
              <a:rPr lang="es-NI" smtClean="0"/>
              <a:t>17/9/2026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F85D8FE-0FCF-4D47-B73C-D1C67B75B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7AE1354-3E1E-4F8B-AE09-349B4C277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28785-6BEF-4C69-B702-5F3CA4665C26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808562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0C588A-4140-4D3E-9669-6F7CB7B47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D6D3FB0-C453-44FD-84BC-B626AA42E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41BE48D-F7B3-4E5A-8E43-81417A9B4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A8981-8619-4D2C-B2D1-98860AE31FF0}" type="datetimeFigureOut">
              <a:rPr lang="es-NI" smtClean="0"/>
              <a:t>17/9/2026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EEE0B2-8056-4C76-893E-5704E54C4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5EE5921-1331-4EDC-A7DD-EB4D1FD25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28785-6BEF-4C69-B702-5F3CA4665C26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59925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210075-7CDE-49C6-A3DB-1CBE4614E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1B80534-5336-4EE7-BE3E-AA78B086E4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E77E341-0511-4A73-BB91-2990394982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4724FED-84D8-4113-B28F-74B9C7D6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A8981-8619-4D2C-B2D1-98860AE31FF0}" type="datetimeFigureOut">
              <a:rPr lang="es-NI" smtClean="0"/>
              <a:t>17/9/2026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D61BCBB-EB85-4E9E-9176-4FD649E59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2DAF522-81A9-437E-9EA6-7FEE70770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28785-6BEF-4C69-B702-5F3CA4665C26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724281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3DB82A-7A9B-4522-948B-78E71135F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CB93717-5AD8-4319-9B1B-11C0057624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D72EFCF-56CB-4127-91CA-24FA5ABA71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19328BA-7A3E-444D-B075-F706B82AB0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163EF4A-9CE0-41C7-BFB0-967D3C5BDB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8128B12-B7BD-48EC-8B22-0D6878FCF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A8981-8619-4D2C-B2D1-98860AE31FF0}" type="datetimeFigureOut">
              <a:rPr lang="es-NI" smtClean="0"/>
              <a:t>17/9/2026</a:t>
            </a:fld>
            <a:endParaRPr lang="es-NI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3D041A7-17CD-44EE-ABAB-3E658A234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2D9C127-7BC4-475B-B7F3-B894C283B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28785-6BEF-4C69-B702-5F3CA4665C26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00006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61BF6B-AD97-4C6C-92A2-693FAD4E4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8F7FFF9-3408-4D93-B211-064FDF5D8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A8981-8619-4D2C-B2D1-98860AE31FF0}" type="datetimeFigureOut">
              <a:rPr lang="es-NI" smtClean="0"/>
              <a:t>17/9/2026</a:t>
            </a:fld>
            <a:endParaRPr lang="es-NI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F0490EE-D148-4C4C-A797-9203272A3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3B79331-5A6A-467D-B920-2A3C40B44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28785-6BEF-4C69-B702-5F3CA4665C26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6522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73F977B-6165-413B-A192-FCDC2373A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A8981-8619-4D2C-B2D1-98860AE31FF0}" type="datetimeFigureOut">
              <a:rPr lang="es-NI" smtClean="0"/>
              <a:t>17/9/2026</a:t>
            </a:fld>
            <a:endParaRPr lang="es-NI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0587D25-ADFC-4EF4-AAD0-27D6F3B30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EDE2EF0-2E41-4A7F-B427-BA5827123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28785-6BEF-4C69-B702-5F3CA4665C26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274320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5A0E1C-F161-4362-8CEA-296BAC400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42A76C0-5940-4D1F-A66A-B6C09AFFB1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BD7330B-580C-49D6-99C0-CA62D6D5EB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62C6609-EF49-429C-A02B-18065C881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A8981-8619-4D2C-B2D1-98860AE31FF0}" type="datetimeFigureOut">
              <a:rPr lang="es-NI" smtClean="0"/>
              <a:t>17/9/2026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E34BCBF-E64A-4B5C-AD1F-61E696987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1CD3CE0-56E1-4F48-980C-B90EE462D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28785-6BEF-4C69-B702-5F3CA4665C26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11743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1A3D24-6463-4165-9562-148BEC501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C007580-B185-4CA5-AC4D-4DB8F9B4B0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88EE8F4-D6D0-4FF6-8CC1-1C62E45CC6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328D8B7-0191-421B-8971-AD384B790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A8981-8619-4D2C-B2D1-98860AE31FF0}" type="datetimeFigureOut">
              <a:rPr lang="es-NI" smtClean="0"/>
              <a:t>17/9/2026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2998B93-688F-45EA-BAAB-B18A268A4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C3AC192-F358-4352-9EA9-CB86694C3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28785-6BEF-4C69-B702-5F3CA4665C26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114479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258A5E-70CD-4F85-8E66-8D55702D5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1A7D6A8-C23C-4472-97EA-84C22E4235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3CA0059-C5B1-4DC3-9D6D-26F991AED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A8981-8619-4D2C-B2D1-98860AE31FF0}" type="datetimeFigureOut">
              <a:rPr lang="es-NI" smtClean="0"/>
              <a:t>17/9/2026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EE945F-E110-4A15-9EA7-91DE3BE6C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CC3A822-DB32-46A6-AF33-796ADB547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28785-6BEF-4C69-B702-5F3CA4665C26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921077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AF71024-1D9C-4E0F-A072-F7830C11B4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5DA0203-9C20-4493-BCFB-4A5D487C0B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4748B68-5DCD-4BE3-ADBF-A0070DFD7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A8981-8619-4D2C-B2D1-98860AE31FF0}" type="datetimeFigureOut">
              <a:rPr lang="es-NI" smtClean="0"/>
              <a:t>17/9/2026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D62E5C-8C4C-4A24-8B1E-3EF7F4DC3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5489DFC-A2A1-455F-9888-8F5C1CD4F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28785-6BEF-4C69-B702-5F3CA4665C26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199918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8D21EE2-1A24-4A9F-88B0-6EF16709B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2B928AD-123C-428C-8E8F-83918AA471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AE47C74-3DAD-4ED5-B8B1-C28DF0BE1B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0A8981-8619-4D2C-B2D1-98860AE31FF0}" type="datetimeFigureOut">
              <a:rPr lang="es-NI" smtClean="0"/>
              <a:t>17/9/2026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D13141-49B2-4CFE-861E-7744641FEF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1EDDE6-660B-4D62-8AB2-3E338A4557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228785-6BEF-4C69-B702-5F3CA4665C26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775408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N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4983CE-F0EA-40ED-AD2B-099AE187A8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F03BC8D-3A77-4A08-A3B6-A985811F8F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99559979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Darwing Jaime</dc:creator>
  <cp:lastModifiedBy>Darwing Jaime</cp:lastModifiedBy>
  <cp:revision>1</cp:revision>
  <dcterms:created xsi:type="dcterms:W3CDTF">2026-09-17T13:49:37Z</dcterms:created>
  <dcterms:modified xsi:type="dcterms:W3CDTF">2026-09-17T13:50:00Z</dcterms:modified>
</cp:coreProperties>
</file>